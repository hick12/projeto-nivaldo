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grupo. Dizer em uma frase o que e o projeto: uma loja de cafe especial onde o que importa nao e a loja, e a integridade do dado. A demonstracao ao vivo fica para 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importante: a ordem nao foi acidental. Requisito gera entidade, entidade gera tabela, tabela alimenta o ORM, o ORM sustenta as rotas, as rotas precisam de transacao e teste, e tudo culmina no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psycopg 3 e nao 2: e a versao atual do driver, e ela exige o dialeto postgresql+psycopg:// na string de conexao — algo que teve que ser tratado no codigo porque os provedores de cloud entregam postgresql:// puro.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Ferramenta e escolha, e toda escolha tem justificativa. O Railway em vez de Render+Neon esta documentado em docs/decisoes.md, decisao D01, incluindo como migrar se fosse necessario.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gastar tempo com requisito: porque requisito mal definido gera tabela errada. A decisao do carrinho em sessao veio daqui, e ela nos poupou uma tabela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Espaco para falar: escolher duas ou tres constraints e explicar o que aconteceria sem cada uma. A da SCA e a mais didatica porque e regra de negocio pura.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abrir o app.py e mostrar o caminho do rollback linha por linha, se houver tempo. O SELECT FOR UPDATE e o que impede vender o mesmo lote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o caso do EXTRAFINA como historia: e o tipo de erro que so aparece quando voce roda o teste de verdade e le a mensagem, em vez de confiar que passou.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 a parte mais honesta da apresentacao e provavelmente a que mais rende conversa. Mostrar que a gente conferiu em producao em vez de assumir que estava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alerta nao foi corrigido, e vale dizer por que: SRI no Google Fonts nao e aplicavel porque o CSS varia por navegador e o hash mudaria por visitante. A mitigacao e o proprio CSP.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Saber o que NAO foi feito, e por que, vale tanto quanto o que foi. Cada limitacao aqui esta documentada no repositorio com a justificativa.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loja alguns minutos antes. Deixar o painel do Postgres numa segunda aba. O passo 4 e o que mais impressiona: a mensagem nomeia o cafe que faltou, e o SELECT depois mostra que a contagem de pedidos nao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Torra </a:t>
            </a:r>
            <a:pPr indent="0" marL="0">
              <a:buNone/>
            </a:pPr>
            <a:r>
              <a:rPr lang="en-US" sz="60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Terra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requisito ao deploy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construímos um e-commerce com integridade garantida pelo banco de dados.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FACAMP · TRATAMENTO E ARMAZENAMENTO DA INFORMAÇÃO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Nivaldo T. Marcusso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trabalhamos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etapas, uma revisão entre cada uma, um commit por etapa.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RNF e aceite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4176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417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SQL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à mão, com constraints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ORM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espelhando o 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34272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detalhe do produto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sessão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38144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4176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9417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694176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694176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escolha de moagem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6208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transação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34272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90304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90304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290304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documentação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etapa começou antes da anterior ser revisada. O histórico do Git conta essa ordem — são commits que contam a construção, não um único “projeto pronto”.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site funciona por dentro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que um clique percorre — do navegador do cliente até o dado guardado no banco.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299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408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clica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31136" y="2121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87168" y="18288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96896" y="20299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596896" y="23408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o pedido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2121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34256" y="18288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20299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3408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que fazer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25312" y="2121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91072" y="20299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3408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para SQL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121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28432" y="18288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20299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3408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com o banco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619488" y="2121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75520" y="18288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85248" y="20299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985248" y="23408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dado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200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CADA PEÇA, EM UMA FRASE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547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3547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5478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PORTEIRO. Escuta a internet e entrega cada acesso para o Python.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59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3959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9593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CÉREBRO. Decide o que responder, e é onde moram as regras.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3708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4370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383280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TRADUTOR. A gente escreve em Python, ele converte para SQL.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782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103120" y="4782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383280" y="4782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CABO. Leva o comando até o PostgreSQL e traz a resposta.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1937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2103120" y="5193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5193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COFRE. Guarda tudo e recusa dado que quebre as regras.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6052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103120" y="56052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383280" y="56052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MOLDE da página. Encaixa o dado do banco no HTML que o cliente vê.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0533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é HTML e CSS escritos à mão — sem Bootstrap, sem Tailwind, sem JavaScript nenhum.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usamos em cada etapa, e para quê.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703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BANCO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Mermaid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2491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versionado junto com o código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27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021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schema e tirar evidências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793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se os índices são usados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pg_dump / pg_restore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566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 o teste de restauração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429000" cy="3703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72491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e terminal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227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e GitHub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5021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commits, um por etapa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2793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programação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50566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fora do código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828800"/>
            <a:ext cx="3429000" cy="3703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OPERAÇÃO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72491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testes contra Postgres real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227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ZAP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5021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de segurança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2793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 banco em cloud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566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automatizadas das telas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da disciplina sugere Render e Neon para o deploy. Escolhemos o Railway porque hospeda aplicação e banco no mesmo projeto — e documentamos a escolha, com o caminho de volta caso fosse exigido.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0 — Requisitos antes de qualquer código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tentação é começar pelo schema. Começamos pelo problema.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ORIENTOU TUDO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concluir um pedido com integridade garantida pelo banco, e não pela boa vontade da aplicação?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828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requisitos funcionais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com critério de aceite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requisitos não funcionais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145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integridade, segurança, desempenho, recuperação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8770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696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no MVP e o que fica como evolução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901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processo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51937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pontos de validação marcados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69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Decidimos aqui que o carrinho seria sessão, e não tabela: ele é processo, não entidade — existe só enquanto a compra não fecha.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1 e 2 — O modelo e as constraints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o DDL à mão. db.create_all() não é chamado em lugar nenhum.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MODELAGEM CENTRAL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moagem mora no item, não no produto.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escolhe na compra. É esse atributo que faz itens_pedido ser entidade de verdade, e não tabela de ligação.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00126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 banco e não só na aplicação: a validação do formulário protege a experiência; a constraint protege o dado. Se amanhã alguém inserir por script ou por API, a regra continua valendo.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pontuacao_sca BETWEEN 80 AND 100  —  café especial, por definição da SCA, pontua 80 ou mais.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6 — O checkout transacional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trabalho. Tudo, ou absolutamente nada.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2286000"/>
          </a:xfrm>
          <a:prstGeom prst="roundRect">
            <a:avLst>
              <a:gd name="adj" fmla="val 36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travar e validar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FOR UPDATE em cada café,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ordem crescente de id.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gravado ainda.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3749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56048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do pedido e dos itens,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preço congelado.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 estoque.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1828800"/>
            <a:ext cx="2862072" cy="2286000"/>
          </a:xfrm>
          <a:prstGeom prst="roundRect">
            <a:avLst>
              <a:gd name="adj" fmla="val 3600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9408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79408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79408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ROLLBACK em qualquer falha, desfazendo a transação inteira.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537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DECISÕES QUE VALEM EXPLICAR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64608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Travamos em ordem crescente de id.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compras simultâneas travando os mesmos cafés em ordens opostas entrariam em deadlock.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inserido antes da validação terminar.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de erro nem chega a criar o cabeçalho do pedido.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7 — Os testes, e o que eles pegaram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testes contra um PostgreSQL real. Não SQLite.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29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SQLITE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SELECT … FOR UPDATE e as constraints CHECK são justamente o que precisa ser testado — e o SQLite trata os dois de forma diferente. Testar contra outro banco daria confiança falsa.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822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NOSSO ESTAVA ERRADO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33088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um teste que inseria a moagem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'EXTRAFINA'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esperando que o CHECK recusasse. O banco recusou — mas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tamanho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coluna é VARCHAR(6) e a palavra tem 9 caracteres.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era barrado, mas pela regra errada. O teste não provava o que dizia provar.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74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COBERTO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29514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normal grava pedido, itens e baixa estoque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79806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2715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insuficiente faz rollback completo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30098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inexistente não finaliza o pedido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380390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3721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estoque, SCA e moagem inválidos são recusados pelo banco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430682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224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nunca é gravada em texto puro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80974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47274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café em duas moagens vira duas linhas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531266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5230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congelado sobrevive a um reajuste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problemas que só apareceram em produção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deploy é uma etapa do trabalho, não um detalhe do final. Funcionar na máquina do desenvolvedor não é funcionar.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FDF0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estava usando superusuário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provedor entrega a conexão como postgres, que é superusuário do container. Isso violava um requisito do próprio material.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o papel torra_app, sem SUPERUSER. Verificado: DROP TABLE é negado.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29968"/>
            <a:ext cx="457200" cy="457200"/>
          </a:xfrm>
          <a:prstGeom prst="ellipse">
            <a:avLst/>
          </a:prstGeom>
          <a:solidFill>
            <a:srgbClr val="FDF0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pg_dump local era velho demais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00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17.5 contra servidor 18.6 — o pg_dump se recusa a dumpar um servidor mais novo que ele.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389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Rodamos o backup de dentro do container do banco, onde as ferramentas são da versão exata.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029968"/>
            <a:ext cx="457200" cy="457200"/>
          </a:xfrm>
          <a:prstGeom prst="ellipse">
            <a:avLst/>
          </a:prstGeom>
          <a:solidFill>
            <a:srgbClr val="EFEC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deploy automático não dispara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00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pertence a outra conta do GitHub, e o Railway respondeu: “no one in the project has access to it”.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389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dono do repositório autorizar. Enquanto isso, o deploy é manual e funciona.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três aparece em ambiente local — todos foram encontrados conferindo o que estava no ar, em vez de assumir que estava certo.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— rodamos o OWASP ZAP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alertas. Oito eram reais e foram corrigidos.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QUE IMPORTAVA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 CSRF e sem SameSite no cookie, um site malicioso visitado por um cliente logado poderia disparar um POST para /checkout usando o cookie dele — o navegador anexa o cookie sozinho e não sabe distinguir o formulário. O pedido sairia de verdade.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5720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DEFESAS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646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barra o cookie em POST de outro site. O token CSRF é um segredo que só o nosso HTML conhece — e o atacante não consegue ler a sessão para forjá-lo.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874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CORRIGIDOS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23134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6948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sem flag 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27706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ausente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32278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anti-clickjacking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36850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não definido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41422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948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ausente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45994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 página de cliente logado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5029200"/>
            <a:ext cx="4617720" cy="777240"/>
          </a:xfrm>
          <a:prstGeom prst="roundRect">
            <a:avLst>
              <a:gd name="adj" fmla="val 10588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5193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não tem uma linha de JavaScript — o que permitiu a política mais restritiva possível e torna XSS inviável.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em números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constraints e 4 índices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8144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2464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712464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12464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passando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 regiões produtoras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34272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08592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308592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08592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etapa da construção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908792" cy="1828800"/>
          </a:xfrm>
          <a:prstGeom prst="roundRect">
            <a:avLst>
              <a:gd name="adj" fmla="val 45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DE FORA, DE PROPÓSITO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52628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 e frete    ·    Área administrativa    ·    Relatórios de venda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lote e data de torra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evolução mais natural do domínio, e a que mais mexeria no modelo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entre dispositivos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exatamente onde um Redis passaria a fazer sentido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nivaldo.felipefurlan.com.br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712464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filtro por região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224528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1696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da moagem — a decisão de modelagem, na tela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736592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681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Checkout: o pedido gravado e o estoque baixando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248656"/>
            <a:ext cx="347472" cy="347472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1937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de erro: comprar 2 de um café com estoque 1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760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7058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SELECT provando que nada foi gravado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03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Chapada Geisha está com estoque 1, de propósito.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Torra &amp; Terra — do requisito ao deploy</dc:title>
  <dc:subject>PptxGenJS Presentation</dc:subject>
  <dc:creator>Felipe Furlan</dc:creator>
  <cp:lastModifiedBy>Felipe Furlan</cp:lastModifiedBy>
  <cp:revision>1</cp:revision>
  <dcterms:created xsi:type="dcterms:W3CDTF">2026-09-02T23:31:13Z</dcterms:created>
  <dcterms:modified xsi:type="dcterms:W3CDTF">2026-09-02T23:31:13Z</dcterms:modified>
</cp:coreProperties>
</file>